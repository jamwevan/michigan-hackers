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7bf8ea3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7bf8ea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8	11/14/24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Announcements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 </a:t>
            </a:r>
            <a:r>
              <a:rPr lang="en" sz="1800"/>
              <a:t>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Brain Teasers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Market Making Game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