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bdea321e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bdea321e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fb73e89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ffb73e89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ffb73e899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ffb73e899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3087f4f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13087f4f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ffb73e899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ffb73e899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ffb73e899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ffb73e899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ffb73e899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ffb73e899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2024-2025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Hack Night 7	11/7/24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Announcements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 </a:t>
            </a:r>
            <a:r>
              <a:rPr lang="en" sz="1800"/>
              <a:t>← fill this out if you haven’t!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Ice breakers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Brain Teasers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Projects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Stock Market Simulator</a:t>
            </a:r>
            <a:endParaRPr/>
          </a:p>
        </p:txBody>
      </p:sp>
      <p:sp>
        <p:nvSpPr>
          <p:cNvPr id="157" name="Google Shape;157;p17"/>
          <p:cNvSpPr txBox="1"/>
          <p:nvPr>
            <p:ph idx="1" type="body"/>
          </p:nvPr>
        </p:nvSpPr>
        <p:spPr>
          <a:xfrm>
            <a:off x="1297500" y="12627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Take in orders in the format &lt;ticker&gt; &lt;buy_or_sell&gt; &lt;quantity&gt;  &lt;order_type&gt;  &lt;price&gt; &lt;time&gt;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Output the transactions &lt;ticker&gt; &lt;quantity&gt; &lt;price&gt; &lt;time&gt;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Language: </a:t>
            </a:r>
            <a:r>
              <a:rPr lang="en" sz="1600"/>
              <a:t>Any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Advanced Options:  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Print out order book n prices deep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	Dark Pools &amp; Orders!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Able to take in complex order types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Anything else you can think of!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Figgie/Poker Game Theory</a:t>
            </a:r>
            <a:endParaRPr/>
          </a:p>
        </p:txBody>
      </p:sp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1297500" y="12627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Poker Theory-esque strategy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Calculate best strategies based on your information and your </a:t>
            </a:r>
            <a:r>
              <a:rPr lang="en" sz="1600"/>
              <a:t>opponent’s perceived information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Advanced Options: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Greater than 2 players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Anything else!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Trading Strategy</a:t>
            </a:r>
            <a:endParaRPr/>
          </a:p>
        </p:txBody>
      </p:sp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1297500" y="12627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Possible </a:t>
            </a:r>
            <a:r>
              <a:rPr lang="en" sz="1600"/>
              <a:t>continuation from last semester’s project.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Possible Trading Strategies to Implement: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Pairs Trading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Relative Strength Index (RSI)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Anything else!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Advanced Options: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Use Sharpe ratio to calculate optimal bundle of goods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(Will talk about sharpe ratio more next week)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