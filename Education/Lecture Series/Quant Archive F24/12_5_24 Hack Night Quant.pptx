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6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fbdea321e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fbdea321e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ffb73e89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ffb73e89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1f28df0c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1f28df0c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18446bae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18446bae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17bf8ea3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17bf8ea3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18417ada1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18417ada1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f28df0c2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1f28df0c2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1f28df0c2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1f28df0c2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1f28df0c2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1f28df0c2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f28df0c2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1f28df0c2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1f28df0c2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1f28df0c2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1f28df0c2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1f28df0c2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1f2a3d8f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1f2a3d8f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1f28df0c2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1f28df0c2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1f28df0c2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1f28df0c2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1f28df0c2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1f28df0c2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2024-2025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Hack Night 10!	12/5/24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Announcements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Ice breakers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New Market Making Game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Come stop by Demo Night Tomorrow!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BBB Atrium 6-8pm!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 us know if you have a project to present on demo night!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Please dm us on Slack!/tell us at the end of the meeting!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Market Making Game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Making Game</a:t>
            </a:r>
            <a:endParaRPr/>
          </a:p>
        </p:txBody>
      </p:sp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Take turn making a market for each question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800"/>
              <a:t>The others must either buy or sell for each market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value of rolling a 6 sided die</a:t>
            </a:r>
            <a:endParaRPr/>
          </a:p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Value of a the first card to be </a:t>
            </a:r>
            <a:r>
              <a:rPr lang="en"/>
              <a:t>flipped</a:t>
            </a:r>
            <a:r>
              <a:rPr lang="en"/>
              <a:t> up</a:t>
            </a:r>
            <a:endParaRPr/>
          </a:p>
        </p:txBody>
      </p:sp>
      <p:sp>
        <p:nvSpPr>
          <p:cNvPr id="176" name="Google Shape;176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 is 14, K is 13, Q is 12, J is 11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capacity of the room we’re in</a:t>
            </a:r>
            <a:endParaRPr/>
          </a:p>
        </p:txBody>
      </p:sp>
      <p:sp>
        <p:nvSpPr>
          <p:cNvPr id="182" name="Google Shape;182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population of Berlin, Germany /100,000</a:t>
            </a:r>
            <a:endParaRPr/>
          </a:p>
        </p:txBody>
      </p:sp>
      <p:sp>
        <p:nvSpPr>
          <p:cNvPr id="188" name="Google Shape;188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many Windows in NYC? / 1,000,000</a:t>
            </a:r>
            <a:endParaRPr/>
          </a:p>
        </p:txBody>
      </p:sp>
      <p:sp>
        <p:nvSpPr>
          <p:cNvPr id="194" name="Google Shape;194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Official Capacity of the Big House / 1,000</a:t>
            </a:r>
            <a:endParaRPr/>
          </a:p>
        </p:txBody>
      </p:sp>
      <p:sp>
        <p:nvSpPr>
          <p:cNvPr id="200" name="Google Shape;200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Unread text messages on my phone</a:t>
            </a:r>
            <a:endParaRPr/>
          </a:p>
        </p:txBody>
      </p:sp>
      <p:sp>
        <p:nvSpPr>
          <p:cNvPr id="206" name="Google Shape;206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of Australia</a:t>
            </a:r>
            <a:endParaRPr/>
          </a:p>
        </p:txBody>
      </p:sp>
      <p:sp>
        <p:nvSpPr>
          <p:cNvPr id="212" name="Google Shape;212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Combined score of the highest scoring NBA game</a:t>
            </a:r>
            <a:endParaRPr/>
          </a:p>
        </p:txBody>
      </p:sp>
      <p:sp>
        <p:nvSpPr>
          <p:cNvPr id="218" name="Google Shape;218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Cards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F15D24"/>
      </a:dk1>
      <a:lt1>
        <a:srgbClr val="FFFFFF"/>
      </a:lt1>
      <a:dk2>
        <a:srgbClr val="D9D9D9"/>
      </a:dk2>
      <a:lt2>
        <a:srgbClr val="3D3D3D"/>
      </a:lt2>
      <a:accent1>
        <a:srgbClr val="FFFFFF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