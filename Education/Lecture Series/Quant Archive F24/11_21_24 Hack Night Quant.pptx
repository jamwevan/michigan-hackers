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bdea321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bdea321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fb73e89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fb73e89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8417ada1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18417ada1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8446bae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18446bae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7bf8ea3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17bf8ea3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8417ada1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8417ada1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8417ada1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8417ada1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8417ada1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8417ada1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ffb73e899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ffb73e899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2024-2025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 Night 9	11/21/24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Announcements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Ice breakers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Market Making Game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Brain Teasers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 interest form opening tonight!!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Fill it out if you are interested in being a quant lead for next semester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us know if you have a project to present on demo night!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dm us on Slack!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We will put something in the slack after about this later tonight along with the lead form.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Making Game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Making Game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You will be given $5000 and 10 shares of both AAPL and MSFT.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/>
              <a:t>You will be given a set of incomplete information that you will use to trade.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92700" y="27906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MSFT: $500</a:t>
            </a:r>
            <a:endParaRPr/>
          </a:p>
        </p:txBody>
      </p:sp>
      <p:sp>
        <p:nvSpPr>
          <p:cNvPr id="170" name="Google Shape;170;p19"/>
          <p:cNvSpPr txBox="1"/>
          <p:nvPr>
            <p:ph type="title"/>
          </p:nvPr>
        </p:nvSpPr>
        <p:spPr>
          <a:xfrm>
            <a:off x="892700" y="1846475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AAPL: $280</a:t>
            </a:r>
            <a:endParaRPr/>
          </a:p>
        </p:txBody>
      </p:sp>
      <p:sp>
        <p:nvSpPr>
          <p:cNvPr id="171" name="Google Shape;171;p19"/>
          <p:cNvSpPr txBox="1"/>
          <p:nvPr>
            <p:ph type="title"/>
          </p:nvPr>
        </p:nvSpPr>
        <p:spPr>
          <a:xfrm>
            <a:off x="823850" y="599425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823850" y="533250"/>
            <a:ext cx="7104000" cy="266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Leaderboard day 10:</a:t>
            </a:r>
            <a:br>
              <a:rPr lang="en"/>
            </a:br>
            <a:r>
              <a:rPr lang="en"/>
              <a:t>1. Value: $28,681: Player 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 MSFT $181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Value: $23,741: Player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Cash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Value: $20,781: Player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74 AAPL, $61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