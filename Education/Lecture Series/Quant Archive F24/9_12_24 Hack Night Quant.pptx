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Montserrat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bold.fntdata"/><Relationship Id="rId14" Type="http://schemas.openxmlformats.org/officeDocument/2006/relationships/font" Target="fonts/Montserrat-regular.fntdata"/><Relationship Id="rId17" Type="http://schemas.openxmlformats.org/officeDocument/2006/relationships/font" Target="fonts/Montserrat-boldItalic.fntdata"/><Relationship Id="rId16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fbdea321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fbdea321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ffb73e899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2ffb73e899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2ffb73e8997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2ffb73e8997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ffb73e899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ffb73e899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ffb73e8997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2ffb73e8997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ffb73e899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ffb73e899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ffb73e899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ffb73e899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ffb73e8997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ffb73e8997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tinyurl.com/3zy4jrvn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2024-2025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Hack Night 1	9/12/24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 u="sng">
                <a:hlinkClick r:id="rId3"/>
              </a:rPr>
              <a:t>https://tinyurl.com/3zy4jrvn</a:t>
            </a:r>
            <a:r>
              <a:rPr lang="en" sz="1800"/>
              <a:t> ← fill this out if you haven’t!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Introductions &amp; Ice breakers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Probability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Projects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Stock Market Simulator</a:t>
            </a:r>
            <a:endParaRPr/>
          </a:p>
        </p:txBody>
      </p:sp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1297500" y="1262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Take in orders in the format &lt;ticker&gt; &lt;buy_or_sell&gt; &lt;quantity&gt;  &lt;order_type&gt;  &lt;price&gt; &lt;time&gt;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Output the transactions &lt;ticker&gt; &lt;quantity&gt; &lt;price&gt; &lt;time&gt;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Language: </a:t>
            </a:r>
            <a:r>
              <a:rPr lang="en" sz="1600"/>
              <a:t>Any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Advanced Options:  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Print out order book n prices deep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	Dark Pools &amp; Orders!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Able to take in complex order types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Anything else you can think of!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Figgie/Poker Game Theory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1297500" y="1262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Poker Theory-esque strategy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Calculate best strategies based on your information and your </a:t>
            </a:r>
            <a:r>
              <a:rPr lang="en" sz="1600"/>
              <a:t>opponent’s perceived information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Advanced Options: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Greater than 2 players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Anything else!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Trading Strategy</a:t>
            </a:r>
            <a:endParaRPr/>
          </a:p>
        </p:txBody>
      </p:sp>
      <p:sp>
        <p:nvSpPr>
          <p:cNvPr id="169" name="Google Shape;169;p19"/>
          <p:cNvSpPr txBox="1"/>
          <p:nvPr>
            <p:ph idx="1" type="body"/>
          </p:nvPr>
        </p:nvSpPr>
        <p:spPr>
          <a:xfrm>
            <a:off x="1297500" y="12627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Possible </a:t>
            </a:r>
            <a:r>
              <a:rPr lang="en" sz="1600"/>
              <a:t>continuation from last semester’s project.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Possible Trading Strategies to Implement: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Pairs Trading 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Relative Strength Index (RSI)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Anything else!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1" lang="en" sz="1600"/>
              <a:t>Advanced Options:</a:t>
            </a:r>
            <a:endParaRPr b="1"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Use Sharpe ratio to calculate optimal bundle of goods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(Will talk about sharpe ratio more next week)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Week</a:t>
            </a:r>
            <a:endParaRPr/>
          </a:p>
        </p:txBody>
      </p:sp>
      <p:sp>
        <p:nvSpPr>
          <p:cNvPr id="175" name="Google Shape;175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Sharpe Ratio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Dark Pools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Options possibly</a:t>
            </a:r>
            <a:endParaRPr sz="16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and more!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F15D24"/>
      </a:dk1>
      <a:lt1>
        <a:srgbClr val="FFFFFF"/>
      </a:lt1>
      <a:dk2>
        <a:srgbClr val="D9D9D9"/>
      </a:dk2>
      <a:lt2>
        <a:srgbClr val="3D3D3D"/>
      </a:lt2>
      <a:accent1>
        <a:srgbClr val="FFFFFF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