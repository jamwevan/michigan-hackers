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cc10916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cc10916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bdh59ws9" TargetMode="External"/><Relationship Id="rId4" Type="http://schemas.openxmlformats.org/officeDocument/2006/relationships/hyperlink" Target="https://tinyurl.com/bdh59ws9" TargetMode="External"/><Relationship Id="rId5" Type="http://schemas.openxmlformats.org/officeDocument/2006/relationships/hyperlink" Target="https://forms.gle/pnb7DKNJjRtz2xJB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64825" y="7747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000" y="2500825"/>
            <a:ext cx="4219576" cy="236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700" y="31315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hlinkClick r:id="rId3"/>
              </a:rPr>
              <a:t>https://tinyurl.com/</a:t>
            </a:r>
            <a:r>
              <a:rPr lang="en" sz="2300" u="sng">
                <a:hlinkClick r:id="rId4"/>
              </a:rPr>
              <a:t>bdh59ws9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 u="sng">
                <a:hlinkClick r:id="rId5"/>
              </a:rPr>
              <a:t>https://forms.gle/pnb7DKNJjRtz2xJB8</a:t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