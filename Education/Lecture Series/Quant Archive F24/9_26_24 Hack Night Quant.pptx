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37E825-DC3D-4C69-BB9E-A6CB0FD85FF6}">
  <a:tblStyle styleId="{D837E825-DC3D-4C69-BB9E-A6CB0FD85F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bdea321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bdea321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fb73e89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fb73e89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8dd3c20f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f8dd3c20f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027da15efb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027da15efb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027da15efb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027da15ef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27da15ef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027da15ef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027da15efb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027da15efb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027da15efb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027da15efb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fb73e899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ffb73e899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fb73e899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ffb73e899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ffb73e899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ffb73e899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ffb73e899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ffb73e899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fb73e899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ffb73e899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tinyurl.com/3zy4jrv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2024-2025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 Night 3	9/26/24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hlinkClick r:id="rId3"/>
              </a:rPr>
              <a:t>https://tinyurl.com/3zy4jrvn</a:t>
            </a:r>
            <a:r>
              <a:rPr lang="en" sz="1800"/>
              <a:t> ← fill this out if you haven’t!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Introductions &amp; Ice breakers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Probability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Sharpe Ratio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Dark Pools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Projects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Beta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567550"/>
            <a:ext cx="5462601" cy="327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1193375" y="4738450"/>
            <a:ext cx="1156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Investopedia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Sharpe Ratio</a:t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725" y="2421825"/>
            <a:ext cx="6172575" cy="231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239725" y="4738450"/>
            <a:ext cx="1156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Investopedia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Capital Asset Pricing Model</a:t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567550"/>
            <a:ext cx="4596608" cy="291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</a:t>
            </a:r>
            <a:endParaRPr/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1686481"/>
            <a:ext cx="4010025" cy="267334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6" name="Google Shape;176;p19"/>
          <p:cNvGraphicFramePr/>
          <p:nvPr/>
        </p:nvGraphicFramePr>
        <p:xfrm>
          <a:off x="497032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{D837E825-DC3D-4C69-BB9E-A6CB0FD85FF6}</a:tableStyleId>
              </a:tblPr>
              <a:tblGrid>
                <a:gridCol w="1073725"/>
                <a:gridCol w="1073725"/>
                <a:gridCol w="1073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Price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Buy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Sell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$102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100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$101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$100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$99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100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$98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200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Dark Pools</a:t>
            </a:r>
            <a:endParaRPr/>
          </a:p>
        </p:txBody>
      </p:sp>
      <p:sp>
        <p:nvSpPr>
          <p:cNvPr id="182" name="Google Shape;182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CBOE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NASDAQ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Morgan Stanley MS Pool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Goldman Sachs Sigma X</a:t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9102" y="1307850"/>
            <a:ext cx="4127300" cy="30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Stock Market Simulator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Take in orders in the format &lt;ticker&gt; &lt;buy_or_sell&gt; &lt;quantity&gt;  &lt;order_type&gt;  &lt;price&gt; &lt;time&gt;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Output the transactions &lt;ticker&gt; &lt;quantity&gt; &lt;price&gt; &lt;time&gt;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Language: </a:t>
            </a:r>
            <a:r>
              <a:rPr lang="en" sz="1600"/>
              <a:t>Any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  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Print out order book n prices deep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Dark Pools &amp; Orders!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Able to take in complex order types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Anything else you can think of!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Figgie/Poker Game Theory</a:t>
            </a:r>
            <a:endParaRPr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Poker Theory-esque strategy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Calculate best strategies based on your information and your </a:t>
            </a:r>
            <a:r>
              <a:rPr lang="en" sz="1600"/>
              <a:t>opponent’s perceived information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Greater than 2 players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Anything else!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Trading Strategy</a:t>
            </a:r>
            <a:endParaRPr/>
          </a:p>
        </p:txBody>
      </p:sp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Possible </a:t>
            </a:r>
            <a:r>
              <a:rPr lang="en" sz="1600"/>
              <a:t>continuation from last semester’s project.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Possible Trading Strategies to Implement: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Pairs Trading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Relative Strength Index (RSI)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Anything else!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Use Sharpe ratio to calculate optimal bundle of goods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(Will talk about sharpe ratio more next week)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Week</a:t>
            </a:r>
            <a:endParaRPr/>
          </a:p>
        </p:txBody>
      </p:sp>
      <p:sp>
        <p:nvSpPr>
          <p:cNvPr id="212" name="Google Shape;212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Options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and more!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