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681c12f4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681c12f4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6b80fe3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6b80fe3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513a47188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513a47188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13a471880_6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13a471880_6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681c12f4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681c12f4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681c12f4c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681c12f4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681c12f4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681c12f4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681c12f4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6681c12f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681c12f4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6681c12f4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681c12f4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681c12f4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6681c12f4c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6681c12f4c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6681c12f4c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6681c12f4c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681c12f4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6681c12f4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investopedia.com/terms/m/marketmaker.asp" TargetMode="External"/><Relationship Id="rId4" Type="http://schemas.openxmlformats.org/officeDocument/2006/relationships/hyperlink" Target="https://www.investopedia.com/terms/p/proprietarytrading.asp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1/25/24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Introductions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What is Quant?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Roles in Quant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Semester Overview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Onboarding</a:t>
            </a:r>
            <a:endParaRPr sz="24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General Introduction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Year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Major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Where you’re from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Fun Fact</a:t>
            </a:r>
            <a:endParaRPr sz="16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1250" y="3140950"/>
            <a:ext cx="3314700" cy="1866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Bridge and Torch Problem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485325"/>
            <a:ext cx="7038900" cy="19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Bridge and Torch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4 people need to cross a river.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Only 2 people can cross at a time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Person</a:t>
            </a:r>
            <a:r>
              <a:rPr lang="en" sz="1500"/>
              <a:t> A takes 10 minutes to cross, person B takes 5, C takes 2 and D takes 1.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It’s dark out so no one can cross without a torch.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Only 1 torch.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What is the </a:t>
            </a:r>
            <a:r>
              <a:rPr lang="en" sz="1500"/>
              <a:t>fastest way to cross, and how long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would it take?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6284" y="2217302"/>
            <a:ext cx="923624" cy="92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Answer</a:t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is 17 minutes.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Have the fastest 2 go first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Have either A or B go back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Have C and D cross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Have the other A/B go back to pick up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person</a:t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400" y="1994000"/>
            <a:ext cx="3312999" cy="248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“Quant”?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Finance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66234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Quantitative Finance is essentially just the practice of using programmed models to predict asset prices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idea is simple to state, but is an incredible complex problem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Within quantitative finance there are a variety of interesting  areas and problems to solve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Different asset types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Different roles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Tons of data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Engineering challenges, like trade execution and speed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</a:t>
            </a:r>
            <a:r>
              <a:rPr lang="en" sz="1600"/>
              <a:t>nd massive implications</a:t>
            </a:r>
            <a:endParaRPr sz="1600"/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21655" r="14180" t="0"/>
          <a:stretch/>
        </p:blipFill>
        <p:spPr>
          <a:xfrm>
            <a:off x="67575" y="2964050"/>
            <a:ext cx="1809000" cy="1619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Asset Classes</a:t>
            </a:r>
            <a:endParaRPr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1297500" y="1567550"/>
            <a:ext cx="66234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Stocks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High volatility stocks like GME, AMC, TSLA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Derivatives/Options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Foreign Exchange (Forex)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Crypto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Sports Betting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Key: </a:t>
            </a:r>
            <a:r>
              <a:rPr lang="en" sz="1600"/>
              <a:t>high</a:t>
            </a:r>
            <a:r>
              <a:rPr lang="en" sz="1600"/>
              <a:t> volatility, lots of price movement</a:t>
            </a:r>
            <a:endParaRPr sz="1600"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7225" y="2020025"/>
            <a:ext cx="2488349" cy="24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</a:t>
            </a:r>
            <a:endParaRPr/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Market Makers: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Goldman Sachs, Jane Street Capital, SIG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https://www.investopedia.com/terms/m/marketmaker.asp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Prop Trading Firms / HFTs: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Citadel, Optiver, IMC Trading, DRW, Virtu Financial, Chicago Trading Company, Wolverine Trading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https://www.investopedia.com/terms/p/proprietarytrading.asp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7500" y="2030200"/>
            <a:ext cx="2978824" cy="1985875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4379" y="2030211"/>
            <a:ext cx="2940596" cy="1985875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in Quant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in Quantitative Finance</a:t>
            </a:r>
            <a:endParaRPr/>
          </a:p>
        </p:txBody>
      </p:sp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1297500" y="1105450"/>
            <a:ext cx="6623400" cy="38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Quantitative Traders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Execute trades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Teams divided based on asset class and other factors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Act as a manager to automated trading systems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Change parameters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Respond to the market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Analyze and improve decision making process in post-trade analysis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Involved mathematics background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Much of young traders’ time is spent shadowing other traders and developing what’s referred to as “traders’ intuition”</a:t>
            </a:r>
            <a:endParaRPr sz="1600"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21648"/>
          <a:stretch/>
        </p:blipFill>
        <p:spPr>
          <a:xfrm>
            <a:off x="6623700" y="1662725"/>
            <a:ext cx="2400900" cy="125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in Quantitative Finance</a:t>
            </a:r>
            <a:endParaRPr/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1297500" y="1105450"/>
            <a:ext cx="6623400" cy="38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Software Engineers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Similar to their big tech counterparts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Manage infrastructure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Deal with scalability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Optimize </a:t>
            </a:r>
            <a:r>
              <a:rPr lang="en" sz="1600"/>
              <a:t>trading</a:t>
            </a:r>
            <a:r>
              <a:rPr lang="en" sz="1600"/>
              <a:t> algorithms for speed and efficiency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Low latency programming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FPGAs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Generally working as a SWE in a quant firm is similar to working as a SWE anywhere else, but with higher stakes and an emphasis on efficient system design and speed.</a:t>
            </a:r>
            <a:endParaRPr sz="1600"/>
          </a:p>
        </p:txBody>
      </p:sp>
      <p:pic>
        <p:nvPicPr>
          <p:cNvPr id="215" name="Google Shape;2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4132" y="1835275"/>
            <a:ext cx="2492700" cy="166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450" y="2834099"/>
            <a:ext cx="3269100" cy="2178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in Quantitative Finance</a:t>
            </a:r>
            <a:endParaRPr/>
          </a:p>
        </p:txBody>
      </p:sp>
      <p:sp>
        <p:nvSpPr>
          <p:cNvPr id="223" name="Google Shape;223;p25"/>
          <p:cNvSpPr txBox="1"/>
          <p:nvPr>
            <p:ph idx="1" type="body"/>
          </p:nvPr>
        </p:nvSpPr>
        <p:spPr>
          <a:xfrm>
            <a:off x="1297500" y="1105450"/>
            <a:ext cx="6623400" cy="38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Quantitative Researchers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Work has aspects of both traders and engineers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Analyze trades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 statistical inference and data analysis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Develops algorithms at a higher level which will be optimized later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Highly secretive and highly paid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Researchers generally have advanced degrees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1600"/>
              </a:spcAft>
              <a:buNone/>
            </a:pPr>
            <a:r>
              <a:rPr lang="en" sz="1600"/>
              <a:t>(i.e. PhD and less frequently MS)</a:t>
            </a:r>
            <a:endParaRPr sz="1600"/>
          </a:p>
        </p:txBody>
      </p:sp>
      <p:pic>
        <p:nvPicPr>
          <p:cNvPr id="224" name="Google Shape;2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Semester Overview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Semester Overview</a:t>
            </a:r>
            <a:endParaRPr/>
          </a:p>
        </p:txBody>
      </p:sp>
      <p:sp>
        <p:nvSpPr>
          <p:cNvPr id="235" name="Google Shape;235;p27"/>
          <p:cNvSpPr txBox="1"/>
          <p:nvPr>
            <p:ph idx="1" type="body"/>
          </p:nvPr>
        </p:nvSpPr>
        <p:spPr>
          <a:xfrm>
            <a:off x="1297500" y="1105450"/>
            <a:ext cx="6623400" cy="38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 plan on splitting the meetings into two parts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Education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Trading Strategies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Market Making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High Frequency Trading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Interview Prep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Options Theory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Project Ideas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As a group, build a suite of tools to run, track, and backtest algorithms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Individually, use said trading suite to build, test, and optimize </a:t>
            </a:r>
            <a:r>
              <a:rPr lang="en" sz="1400"/>
              <a:t>your own models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Would love input from you all on projects you would like to do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Note that this plan is dependent on general experience level and number of returning members.</a:t>
            </a:r>
            <a:endParaRPr sz="1200"/>
          </a:p>
        </p:txBody>
      </p:sp>
      <p:pic>
        <p:nvPicPr>
          <p:cNvPr id="236" name="Google Shape;2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Onboarding</a:t>
            </a:r>
            <a:endParaRPr/>
          </a:p>
        </p:txBody>
      </p:sp>
      <p:sp>
        <p:nvSpPr>
          <p:cNvPr id="242" name="Google Shape;242;p28"/>
          <p:cNvSpPr txBox="1"/>
          <p:nvPr>
            <p:ph idx="1" type="body"/>
          </p:nvPr>
        </p:nvSpPr>
        <p:spPr>
          <a:xfrm>
            <a:off x="1297500" y="4003650"/>
            <a:ext cx="70389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Link to Onboarding Document, Attendance, Slack and Team Folder</a:t>
            </a:r>
            <a:endParaRPr/>
          </a:p>
        </p:txBody>
      </p:sp>
      <p:pic>
        <p:nvPicPr>
          <p:cNvPr id="243" name="Google Shape;2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512" y="1246250"/>
            <a:ext cx="2650988" cy="2650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