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Lato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6681c12f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6681c12f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6681c12f4c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6681c12f4c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6ba69423e9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6ba69423e9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c6d4fc7b3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c6d4fc7b3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6ba69423e9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6ba69423e9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6681c12f4c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6681c12f4c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c94a93de8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c94a93de8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c505d5091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c505d5091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write the platform to make and conduct trading strategies.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guys will write and implement the strategies, test them on prior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Alternate for more software-oriented people you guys could also make the platform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do this in python/C++, if python use numPy and Yahoo Finance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matplotlib plot graphs, show that in pdf/md/html file through github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6ba69423e9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6ba69423e9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c6d4fc7b36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c6d4fc7b36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6681c12f4c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6681c12f4c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google.com/forms/d/e/1FAIpQLScZRTzsPrafhUgLAJVF5GTdyxekcqPIVC9TeYD-JrGRv0M0UQ/viewform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areers.imc.com/us/en/launchpad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cs.google.com/document/d/1oA2q-qjPCw1bY79zWf1LtpeN_da65L0ntnxzCQSsJRc/edit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9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 Week 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4/4/24</a:t>
            </a:r>
            <a:endParaRPr/>
          </a:p>
        </p:txBody>
      </p:sp>
      <p:pic>
        <p:nvPicPr>
          <p:cNvPr id="135" name="Google Shape;13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775" y="2571750"/>
            <a:ext cx="2208275" cy="220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339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Icebreaker Question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Brainteasers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Project</a:t>
            </a:r>
            <a:endParaRPr sz="2400"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Ice Breaker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592350"/>
            <a:ext cx="7038900" cy="26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If an alligator with wings got into a battle with a great white shark with a jet pack, who would win?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IMC Sponsorship!</a:t>
            </a:r>
            <a:endParaRPr/>
          </a:p>
        </p:txBody>
      </p:sp>
      <p:pic>
        <p:nvPicPr>
          <p:cNvPr id="155" name="Google Shape;15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6250" y="1131350"/>
            <a:ext cx="4980152" cy="353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475" y="1443450"/>
            <a:ext cx="2090700" cy="20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244950" y="4275490"/>
            <a:ext cx="19047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Referal Code: 3MRLW8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 Conference</a:t>
            </a:r>
            <a:endParaRPr/>
          </a:p>
        </p:txBody>
      </p:sp>
      <p:sp>
        <p:nvSpPr>
          <p:cNvPr id="163" name="Google Shape;163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https://docs.google.com/forms/d/e/1FAIpQLScZRTzsPrafhUgLAJVF5GTdyxekcqPIVC9TeYD-JrGRv0M0UQ/viewform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000" u="sng"/>
              <a:t>April 5th!</a:t>
            </a:r>
            <a:br>
              <a:rPr lang="en" sz="2000"/>
            </a:b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6749" y="2034425"/>
            <a:ext cx="4080675" cy="3109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IMC Sponsorship!</a:t>
            </a:r>
            <a:endParaRPr/>
          </a:p>
        </p:txBody>
      </p:sp>
      <p:sp>
        <p:nvSpPr>
          <p:cNvPr id="170" name="Google Shape;170;p18"/>
          <p:cNvSpPr txBox="1"/>
          <p:nvPr>
            <p:ph idx="1" type="body"/>
          </p:nvPr>
        </p:nvSpPr>
        <p:spPr>
          <a:xfrm>
            <a:off x="1297500" y="1485325"/>
            <a:ext cx="7257000" cy="26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Sophomores, apply to IMC Launchpad: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>
                <a:uFill>
                  <a:noFill/>
                </a:uFill>
                <a:hlinkClick r:id="rId3"/>
              </a:rPr>
              <a:t>https://careers.imc.com/us/en/launchpad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Great opportunity to learn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If you get in, IMC gives you a final round internship interview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IMC Event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2400"/>
              <a:t>April 16th 6pm</a:t>
            </a:r>
            <a:r>
              <a:rPr lang="en" sz="1700"/>
              <a:t>/Date TBD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/>
          <p:nvPr/>
        </p:nvSpPr>
        <p:spPr>
          <a:xfrm>
            <a:off x="5189505" y="1669032"/>
            <a:ext cx="3954600" cy="341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6" name="Google Shape;17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 - Bike Path</a:t>
            </a:r>
            <a:endParaRPr/>
          </a:p>
        </p:txBody>
      </p:sp>
      <p:sp>
        <p:nvSpPr>
          <p:cNvPr id="178" name="Google Shape;178;p19"/>
          <p:cNvSpPr txBox="1"/>
          <p:nvPr>
            <p:ph idx="1" type="body"/>
          </p:nvPr>
        </p:nvSpPr>
        <p:spPr>
          <a:xfrm>
            <a:off x="1297500" y="1485325"/>
            <a:ext cx="3457800" cy="26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The diagram shows the tracks from a two wheeled bicycle. Was the bicycle traveling from left to right or right to left?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79" name="Google Shape;1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4050" y="1662725"/>
            <a:ext cx="3791023" cy="355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 - Circle</a:t>
            </a:r>
            <a:endParaRPr/>
          </a:p>
        </p:txBody>
      </p:sp>
      <p:sp>
        <p:nvSpPr>
          <p:cNvPr id="185" name="Google Shape;185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Examine the diagram carefully. It shows a quadrant of a circle radius 'r', with a rectangle touching the perimeter of the circle. What is the length of the line labeled A-C.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1800" y="2140700"/>
            <a:ext cx="2911198" cy="2911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 txBox="1"/>
          <p:nvPr>
            <p:ph type="title"/>
          </p:nvPr>
        </p:nvSpPr>
        <p:spPr>
          <a:xfrm>
            <a:off x="449275" y="2062150"/>
            <a:ext cx="56718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Discussion/Work Time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Environment</a:t>
            </a:r>
            <a:endParaRPr/>
          </a:p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of right now, we’ll use Google Drive/Colab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.py files stored in the drive, need to be implemented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.ipynb file for driver, also needs to be implemented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Hoping to move to git/github and conda environments soon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Review the guide and setup your python and conda environments accordingly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If you get stuck, I will be available to help out next week outside of our normal meeting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Note: if you’re new to Python or need to brush up, check out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https://www.kaggle.com/learn/python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Calculating Variance and Sharpe of PnL</a:t>
            </a:r>
            <a:endParaRPr/>
          </a:p>
        </p:txBody>
      </p:sp>
      <p:sp>
        <p:nvSpPr>
          <p:cNvPr id="203" name="Google Shape;203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Variance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Given the list of trades, translate this into the raw PnL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Call .pct_change() on the pandas dataframe containing PnL to get returns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Call var() on the returns dataframe to get the variance of returns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Sharpe Ratio = E[Rp - Rf] / σ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Calculate portfolio returns (initial - final / initial)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Acquire Risk Free Rate (use 5% for now or acquire it from US Treasuries)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Adjust the RFR for the time period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Divide by the square root of the variance (standard deviation)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Attendance Form</a:t>
            </a:r>
            <a:endParaRPr/>
          </a:p>
        </p:txBody>
      </p:sp>
      <p:sp>
        <p:nvSpPr>
          <p:cNvPr id="209" name="Google Shape;209;p24"/>
          <p:cNvSpPr txBox="1"/>
          <p:nvPr>
            <p:ph idx="1" type="body"/>
          </p:nvPr>
        </p:nvSpPr>
        <p:spPr>
          <a:xfrm>
            <a:off x="5632513" y="884875"/>
            <a:ext cx="3054000" cy="4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Link to Onboarding Document, Slack and Team Folder</a:t>
            </a:r>
            <a:endParaRPr/>
          </a:p>
        </p:txBody>
      </p:sp>
      <p:sp>
        <p:nvSpPr>
          <p:cNvPr id="210" name="Google Shape;210;p24"/>
          <p:cNvSpPr txBox="1"/>
          <p:nvPr/>
        </p:nvSpPr>
        <p:spPr>
          <a:xfrm>
            <a:off x="1153900" y="978425"/>
            <a:ext cx="305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This one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1" name="Google Shape;211;p24"/>
          <p:cNvSpPr/>
          <p:nvPr/>
        </p:nvSpPr>
        <p:spPr>
          <a:xfrm>
            <a:off x="2439075" y="1471025"/>
            <a:ext cx="352500" cy="492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2" name="Google Shape;212;p24"/>
          <p:cNvSpPr txBox="1"/>
          <p:nvPr/>
        </p:nvSpPr>
        <p:spPr>
          <a:xfrm>
            <a:off x="731050" y="4496125"/>
            <a:ext cx="328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4"/>
          <p:cNvSpPr txBox="1"/>
          <p:nvPr/>
        </p:nvSpPr>
        <p:spPr>
          <a:xfrm>
            <a:off x="5230150" y="379535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https://docs.google.com/document/d/1oA2q-qjPCw1bY79zWf1LtpeN_da65L0ntnxzCQSsJRc/edit?usp=sharing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4"/>
          <p:cNvSpPr txBox="1"/>
          <p:nvPr/>
        </p:nvSpPr>
        <p:spPr>
          <a:xfrm>
            <a:off x="431775" y="2294700"/>
            <a:ext cx="436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https://tinyurl.com/2fk3aemj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F15D24"/>
      </a:dk1>
      <a:lt1>
        <a:srgbClr val="FFFFFF"/>
      </a:lt1>
      <a:dk2>
        <a:srgbClr val="D9D9D9"/>
      </a:dk2>
      <a:lt2>
        <a:srgbClr val="3D3D3D"/>
      </a:lt2>
      <a:accent1>
        <a:srgbClr val="FFFFFF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