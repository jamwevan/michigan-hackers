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Complete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681c12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681c12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681c12f4c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681c12f4c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6ba69423e9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6ba69423e9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681c12f4c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681c12f4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6e54fa46a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6e54fa46a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c505d509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c505d509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write the platform to make and conduct trading strategies.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guys will write and implement the strategies, test them on prior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Alternate for more software-oriented people you guys could also make the platform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this in python/C++, if python use numPy and Yahoo Finance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matplotlib plot graphs, show that in pdf/md/html file through github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6d4fc7b36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6d4fc7b36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6681c12f4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6681c12f4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document/d/1oA2q-qjPCw1bY79zWf1LtpeN_da65L0ntnxzCQSsJRc/edit?usp=sharing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99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4/11/24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5" y="2571750"/>
            <a:ext cx="2208275" cy="220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3391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Icebreaker Question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Updates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Brainteasers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Project</a:t>
            </a:r>
            <a:endParaRPr sz="24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Breaker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92350"/>
            <a:ext cx="7038900" cy="26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Favorite Superhero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IMC Sponsorship!</a:t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5329" y="2652025"/>
            <a:ext cx="3389100" cy="2402700"/>
          </a:xfrm>
          <a:prstGeom prst="roundRect">
            <a:avLst>
              <a:gd fmla="val 10614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5325" y="853850"/>
            <a:ext cx="1717800" cy="1717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" name="Google Shape;157;p16"/>
          <p:cNvSpPr txBox="1"/>
          <p:nvPr/>
        </p:nvSpPr>
        <p:spPr>
          <a:xfrm>
            <a:off x="7140600" y="2024390"/>
            <a:ext cx="1904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Referal Code: 3MRLW8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1103725" y="1958800"/>
            <a:ext cx="3389100" cy="2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IMC Event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</a:pPr>
            <a:r>
              <a:rPr b="1" lang="en"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April 16th 6pm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Lato"/>
              <a:buChar char="●"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Location TBA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5072575" y="393750"/>
            <a:ext cx="1803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Happening Now</a:t>
            </a:r>
            <a:endParaRPr sz="17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Even Coin Flips</a:t>
            </a:r>
            <a:endParaRPr/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1297500" y="1485325"/>
            <a:ext cx="6251100" cy="26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Paul flips a fair coin until he gets two consecutive heads or tails for the first time. What is the probability that he flips the coin an even number of times?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1275" y="0"/>
            <a:ext cx="1662724" cy="166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1297500" y="393750"/>
            <a:ext cx="7038900" cy="6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 - Even Coin Flips Solution</a:t>
            </a:r>
            <a:endParaRPr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1297500" y="1350625"/>
            <a:ext cx="6251100" cy="34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Let E denote the event that Paul flips the coin an even number of times and F</a:t>
            </a:r>
            <a:r>
              <a:rPr baseline="-25000" lang="en" sz="1400"/>
              <a:t>i</a:t>
            </a:r>
            <a:r>
              <a:rPr lang="en" sz="1400"/>
              <a:t> denote the result of the i-th flip. Then conditioning on the first flip, we see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P(E) = ½ P(E|F</a:t>
            </a:r>
            <a:r>
              <a:rPr baseline="-25000" lang="en" sz="1400"/>
              <a:t>1</a:t>
            </a:r>
            <a:r>
              <a:rPr lang="en" sz="1400"/>
              <a:t> = H) + </a:t>
            </a:r>
            <a:r>
              <a:rPr lang="en" sz="1400"/>
              <a:t>½ P(E|F</a:t>
            </a:r>
            <a:r>
              <a:rPr baseline="-25000" lang="en" sz="1400"/>
              <a:t>1</a:t>
            </a:r>
            <a:r>
              <a:rPr lang="en" sz="1400"/>
              <a:t> = T)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P(E|F</a:t>
            </a:r>
            <a:r>
              <a:rPr baseline="-25000" lang="en" sz="1400"/>
              <a:t>1</a:t>
            </a:r>
            <a:r>
              <a:rPr lang="en" sz="1400"/>
              <a:t> = H) = P(E|F</a:t>
            </a:r>
            <a:r>
              <a:rPr baseline="-25000" lang="en" sz="1400"/>
              <a:t>1</a:t>
            </a:r>
            <a:r>
              <a:rPr lang="en" sz="1400"/>
              <a:t> = T), since the probability that the second toss matches is equal, regardless of what the first toss was.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Equivalently, we have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P(E) = ½ P(E|F</a:t>
            </a:r>
            <a:r>
              <a:rPr baseline="-25000" lang="en" sz="1400"/>
              <a:t>1</a:t>
            </a:r>
            <a:r>
              <a:rPr lang="en" sz="1400"/>
              <a:t> = F</a:t>
            </a:r>
            <a:r>
              <a:rPr baseline="-25000" lang="en" sz="1400"/>
              <a:t>2</a:t>
            </a:r>
            <a:r>
              <a:rPr lang="en" sz="1400"/>
              <a:t>) + ½ P(E|F</a:t>
            </a:r>
            <a:r>
              <a:rPr baseline="-25000" lang="en" sz="1400"/>
              <a:t>1</a:t>
            </a:r>
            <a:r>
              <a:rPr lang="en" sz="1400"/>
              <a:t> ≠ F</a:t>
            </a:r>
            <a:r>
              <a:rPr baseline="-25000" lang="en" sz="1400"/>
              <a:t>2</a:t>
            </a:r>
            <a:r>
              <a:rPr lang="en" sz="1400"/>
              <a:t>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P(E|F</a:t>
            </a:r>
            <a:r>
              <a:rPr baseline="-25000" lang="en" sz="1400"/>
              <a:t>1</a:t>
            </a:r>
            <a:r>
              <a:rPr lang="en" sz="1400"/>
              <a:t> = F</a:t>
            </a:r>
            <a:r>
              <a:rPr baseline="-25000" lang="en" sz="1400"/>
              <a:t>2</a:t>
            </a:r>
            <a:r>
              <a:rPr lang="en" sz="1400"/>
              <a:t>) = 1, since Paul has two consecutive matching coin flips. In the case that the first and second flips are different, Paul is in the exact same position as he was when F</a:t>
            </a:r>
            <a:r>
              <a:rPr baseline="-25000" lang="en" sz="1400"/>
              <a:t>1</a:t>
            </a:r>
            <a:r>
              <a:rPr lang="en" sz="1400"/>
              <a:t> was reached, but with 1 additional flip having been completed. Additionally, if Paul’s third flip matches the second, we have the complement of E occurring, so P(E|F</a:t>
            </a:r>
            <a:r>
              <a:rPr baseline="-25000" lang="en" sz="1400"/>
              <a:t>1</a:t>
            </a:r>
            <a:r>
              <a:rPr lang="en" sz="1400"/>
              <a:t> ≠ F</a:t>
            </a:r>
            <a:r>
              <a:rPr baseline="-25000" lang="en" sz="1400"/>
              <a:t>2</a:t>
            </a:r>
            <a:r>
              <a:rPr lang="en" sz="1400"/>
              <a:t>) = 1-P(E).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Then P(E) = ½ + ½ (1-P(E)), which implies P(E) = ⅔.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449275" y="2062150"/>
            <a:ext cx="5671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Discussion/Work Time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Calculating Variance and Sharpe of PnL</a:t>
            </a:r>
            <a:endParaRPr/>
          </a:p>
        </p:txBody>
      </p:sp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Variance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Given the list of trades, translate this into the raw PnL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Call .pct_change() on the pandas dataframe containing PnL to get returns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Call var() on the returns dataframe to get the variance of returns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Sharpe Ratio = E[Rp - Rf] / σ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Calculate portfolio returns (initial - final / initial)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Acquire Risk Free Rate (use 5% for now or acquire it from US Treasuries)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Adjust the RFR for the time period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Divide by the square root of the variance (standard deviation)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Form</a:t>
            </a:r>
            <a:endParaRPr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5632513" y="884875"/>
            <a:ext cx="3054000" cy="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Link to Onboarding Document, Slack and Team Folder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290125" y="1962225"/>
            <a:ext cx="485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Anonymous feedback form, please fill out!</a:t>
            </a:r>
            <a:endParaRPr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731050" y="4496125"/>
            <a:ext cx="32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659525" y="180600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https://docs.google.com/document/d/1oA2q-qjPCw1bY79zWf1LtpeN_da65L0ntnxzCQSsJRc/edit?usp=sharing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3225" y="2725525"/>
            <a:ext cx="1805249" cy="17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