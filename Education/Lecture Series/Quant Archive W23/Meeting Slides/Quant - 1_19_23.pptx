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Average"/>
      <p:regular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font" Target="fonts/Averag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47fc46d67283562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47fc46d67283562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47fc46d67283562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47fc46d67283562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47fc46d67283562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47fc46d6728356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bc6caf613d6549c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bc6caf613d6549c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8b9bb5330bf7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8b9bb5330bf7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8b9bb5330bf71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8b9bb5330bf71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585b0ba07840136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585b0ba07840136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aec893b5dde801d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aec893b5dde801d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42ec9fb21447b3a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42ec9fb21447b3a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hyperlink" Target="https://tinyurl.com/onboard-quant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investopedia.com/terms/m/marketmaker.asp" TargetMode="External"/><Relationship Id="rId4" Type="http://schemas.openxmlformats.org/officeDocument/2006/relationships/hyperlink" Target="https://www.investopedia.com/terms/p/proprietarytrading.asp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Quant Week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Plans for Today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/>
              <a:t>Introductions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/>
              <a:t>What is Quant?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/>
              <a:t>Plans for the Semester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/>
              <a:t>Onboarding</a:t>
            </a:r>
            <a:endParaRPr sz="2200"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n" sz="2200"/>
              <a:t>Roles in Quant</a:t>
            </a:r>
            <a:endParaRPr sz="2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Introductions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General Introduction</a:t>
            </a:r>
            <a:endParaRPr sz="2400"/>
          </a:p>
          <a:p>
            <a:pPr indent="-381000" lvl="0" marL="457200" rtl="0" algn="l">
              <a:spcBef>
                <a:spcPts val="12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Name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Year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Major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Where you are from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Fun Fact</a:t>
            </a:r>
            <a:endParaRPr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Quant?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In Hackers, quant represents using a model represented through software engineering in order to provide a data driven approach to a particular problem or environment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Financial Markets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Different asset types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Lots of different data sets you can use and analyze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Massive implications (enough to create a whole industry)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Speed, efficiency, and automation through software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Schedule Overview - Education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436566" y="1166334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First half of the semester will focus on education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Financial background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Coding exercises (mostly) every week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Connection to activities we will do in future weeks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Education Series Schedule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What is trading?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Trading Strategies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Market Making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Backtesting and Market Indicators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Project Ideas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Asset Price Movement Correlator 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Mean Reversion (Beginner)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Market Making Game Bot (Advanced)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Trading Platform Simulator (Advanced)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Onboarding</a:t>
            </a:r>
            <a:endParaRPr/>
          </a:p>
        </p:txBody>
      </p:sp>
      <p:pic>
        <p:nvPicPr>
          <p:cNvPr id="84" name="Google Shape;8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43250" y="1143000"/>
            <a:ext cx="2857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8"/>
          <p:cNvSpPr txBox="1"/>
          <p:nvPr/>
        </p:nvSpPr>
        <p:spPr>
          <a:xfrm>
            <a:off x="552400" y="1422675"/>
            <a:ext cx="2001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https://tinyurl.com/onboard-quant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Industry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Market Makers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 u="sng">
                <a:solidFill>
                  <a:srgbClr val="FFD966"/>
                </a:solidFill>
                <a:latin typeface="Average"/>
                <a:ea typeface="Average"/>
                <a:cs typeface="Average"/>
                <a:sym typeface="Average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https://www.investopedia.com/terms/m/marketmaker.asp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Goldman Sachs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Jane Street Capital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SIG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Prop Trading Firms / HFTs: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 u="sng">
                <a:solidFill>
                  <a:srgbClr val="FFD966"/>
                </a:solidFill>
                <a:latin typeface="Average"/>
                <a:ea typeface="Average"/>
                <a:cs typeface="Average"/>
                <a:sym typeface="Averag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https://www.investopedia.com/terms/p/proprietarytrading.asp</a:t>
            </a: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	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Citadel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Optiver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IMC Trading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DRW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Virtu Financial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Chicago Trading Company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400"/>
              <a:buFont typeface="Average"/>
              <a:buChar char="○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Wolverine Trading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Software Engineering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Typically more similar to big tech at certain firms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Managing infrastructure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Dealing with scalability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Trading systems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Low latency programming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Quantitative Developers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More of a mix between SWE style development and being a trader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Algorithmic Developers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Trade analysis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Risk controls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Statistical inferences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Data analytics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Roles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Quantitative Trader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Typically more involved mathematics background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Manual trading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Teams divided by asset class type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Post trade analysis</a:t>
            </a:r>
            <a:endParaRPr>
              <a:solidFill>
                <a:srgbClr val="CACACA"/>
              </a:solidFill>
              <a:latin typeface="Average"/>
              <a:ea typeface="Average"/>
              <a:cs typeface="Average"/>
              <a:sym typeface="Average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ACACA"/>
              </a:buClr>
              <a:buSzPts val="1800"/>
              <a:buFont typeface="Average"/>
              <a:buChar char="●"/>
            </a:pPr>
            <a:r>
              <a:rPr lang="en">
                <a:solidFill>
                  <a:srgbClr val="CACACA"/>
                </a:solidFill>
                <a:latin typeface="Average"/>
                <a:ea typeface="Average"/>
                <a:cs typeface="Average"/>
                <a:sym typeface="Average"/>
              </a:rPr>
              <a:t>Thorough trainings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