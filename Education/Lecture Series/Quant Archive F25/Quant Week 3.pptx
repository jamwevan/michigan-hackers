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embeddedFontLst>
    <p:embeddedFont>
      <p:font typeface="Montserrat"/>
      <p:regular r:id="rId15"/>
      <p:bold r:id="rId16"/>
      <p:italic r:id="rId17"/>
      <p:boldItalic r:id="rId18"/>
    </p:embeddedFont>
    <p:embeddedFont>
      <p:font typeface="Lat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.fntdata"/><Relationship Id="rId11" Type="http://schemas.openxmlformats.org/officeDocument/2006/relationships/slide" Target="slides/slide6.xml"/><Relationship Id="rId22" Type="http://schemas.openxmlformats.org/officeDocument/2006/relationships/font" Target="fonts/Lato-boldItalic.fntdata"/><Relationship Id="rId10" Type="http://schemas.openxmlformats.org/officeDocument/2006/relationships/slide" Target="slides/slide5.xml"/><Relationship Id="rId21" Type="http://schemas.openxmlformats.org/officeDocument/2006/relationships/font" Target="fonts/Lat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Montserrat-regular.fntdata"/><Relationship Id="rId14" Type="http://schemas.openxmlformats.org/officeDocument/2006/relationships/slide" Target="slides/slide9.xml"/><Relationship Id="rId17" Type="http://schemas.openxmlformats.org/officeDocument/2006/relationships/font" Target="fonts/Montserrat-italic.fntdata"/><Relationship Id="rId16" Type="http://schemas.openxmlformats.org/officeDocument/2006/relationships/font" Target="fonts/Montserrat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regular.fntdata"/><Relationship Id="rId6" Type="http://schemas.openxmlformats.org/officeDocument/2006/relationships/slide" Target="slides/slide1.xml"/><Relationship Id="rId18" Type="http://schemas.openxmlformats.org/officeDocument/2006/relationships/font" Target="fonts/Montserra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Complete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6681c12f4c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6681c12f4c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83b0e8d73f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83b0e8d73f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83b0e8d73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83b0e8d73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83b0e8d73f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83b0e8d73f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83b0e8d73f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83b0e8d73f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35b740021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35b74002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83b0e8d73f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83b0e8d73f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c505d50915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2c505d50915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Idea: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We’ll write the platform to make and conduct trading strategies.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guys will write and implement the strategies, test them on prior data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 for more software-oriented people you guys could also make the platform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can do this in python/C++, if python use numPy and Yahoo Finance data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matplotlib plot graphs, show that in pdf/md/html file through github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gif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9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Quant Week 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9/24/25</a:t>
            </a:r>
            <a:endParaRPr/>
          </a:p>
        </p:txBody>
      </p:sp>
      <p:pic>
        <p:nvPicPr>
          <p:cNvPr id="135" name="Google Shape;13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2775" y="2571750"/>
            <a:ext cx="2208275" cy="220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Ice Breaker</a:t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1297500" y="13391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2000"/>
              <a:t>Who slept the longest? </a:t>
            </a:r>
            <a:endParaRPr sz="2000"/>
          </a:p>
        </p:txBody>
      </p:sp>
      <p:pic>
        <p:nvPicPr>
          <p:cNvPr id="142" name="Google Shape;14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Ice Breaker</a:t>
            </a:r>
            <a:endParaRPr/>
          </a:p>
        </p:txBody>
      </p:sp>
      <p:sp>
        <p:nvSpPr>
          <p:cNvPr id="148" name="Google Shape;148;p15"/>
          <p:cNvSpPr txBox="1"/>
          <p:nvPr>
            <p:ph idx="1" type="body"/>
          </p:nvPr>
        </p:nvSpPr>
        <p:spPr>
          <a:xfrm>
            <a:off x="1297500" y="13391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2000"/>
              <a:t>Who slept the longest? </a:t>
            </a:r>
            <a:endParaRPr sz="2000"/>
          </a:p>
        </p:txBody>
      </p:sp>
      <p:pic>
        <p:nvPicPr>
          <p:cNvPr id="149" name="Google Shape;14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Spotlight</a:t>
            </a:r>
            <a:endParaRPr/>
          </a:p>
        </p:txBody>
      </p:sp>
      <p:pic>
        <p:nvPicPr>
          <p:cNvPr id="155" name="Google Shape;15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010175"/>
            <a:ext cx="8839198" cy="112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7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Spotlight</a:t>
            </a:r>
            <a:endParaRPr/>
          </a:p>
        </p:txBody>
      </p:sp>
      <p:pic>
        <p:nvPicPr>
          <p:cNvPr id="162" name="Google Shape;16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012950"/>
            <a:ext cx="8839201" cy="11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8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</a:t>
            </a:r>
            <a:r>
              <a:rPr lang="en"/>
              <a:t>Warm Up</a:t>
            </a:r>
            <a:endParaRPr/>
          </a:p>
        </p:txBody>
      </p:sp>
      <p:pic>
        <p:nvPicPr>
          <p:cNvPr id="169" name="Google Shape;16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8" title="Screenshot 2025-09-25 at 6.24.06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18089" y="1276350"/>
            <a:ext cx="5467350" cy="259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9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Weekly Sequence</a:t>
            </a:r>
            <a:endParaRPr/>
          </a:p>
        </p:txBody>
      </p:sp>
      <p:pic>
        <p:nvPicPr>
          <p:cNvPr id="176" name="Google Shape;17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9" title="Screenshot 2025-09-25 at 6.07.4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7500" y="1990725"/>
            <a:ext cx="5848350" cy="116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14317" y="0"/>
            <a:ext cx="3915370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1"/>
          <p:cNvSpPr txBox="1"/>
          <p:nvPr>
            <p:ph type="title"/>
          </p:nvPr>
        </p:nvSpPr>
        <p:spPr>
          <a:xfrm>
            <a:off x="0" y="0"/>
            <a:ext cx="56718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Poker!</a:t>
            </a:r>
            <a:endParaRPr/>
          </a:p>
        </p:txBody>
      </p:sp>
      <p:pic>
        <p:nvPicPr>
          <p:cNvPr descr="a young boy is holding a fan of money in his hands . (Provided by Tenor)" id="189" name="Google Shape;18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590800"/>
            <a:ext cx="2552700" cy="2552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young boy is holding a fan of money in his hands . (Provided by Tenor)" id="190" name="Google Shape;190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700" y="2590800"/>
            <a:ext cx="2552700" cy="255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F15D24"/>
      </a:dk1>
      <a:lt1>
        <a:srgbClr val="FFFFFF"/>
      </a:lt1>
      <a:dk2>
        <a:srgbClr val="D9D9D9"/>
      </a:dk2>
      <a:lt2>
        <a:srgbClr val="3D3D3D"/>
      </a:lt2>
      <a:accent1>
        <a:srgbClr val="FFFFFF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