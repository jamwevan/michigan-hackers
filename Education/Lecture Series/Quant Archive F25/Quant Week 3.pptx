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681c12f4c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6681c12f4c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3b0e8d73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3b0e8d73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3b0e8d73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3b0e8d73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3b0e8d73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3b0e8d73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3b0e8d73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83b0e8d73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5b74002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35b74002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3b0e8d73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3b0e8d73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505d5091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c505d5091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write the platform to make and conduct trading strategies.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guys will write and implement the strategies, test them on prior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for more software-oriented people you guys could also make the platform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do this in python/C++, if python use numPy and Yahoo Finance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matplotlib plot graphs, show that in pdf/md/html file through github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9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 Week 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4/10/25</a:t>
            </a:r>
            <a:endParaRPr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75" y="2571750"/>
            <a:ext cx="2208275" cy="22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 Breaker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Who slept the longest? </a:t>
            </a:r>
            <a:endParaRPr sz="2000"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 Breaker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Who slept the longest? </a:t>
            </a:r>
            <a:endParaRPr sz="2000"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Spotlight</a:t>
            </a:r>
            <a:endParaRPr/>
          </a:p>
        </p:txBody>
      </p:sp>
      <p:pic>
        <p:nvPicPr>
          <p:cNvPr id="155" name="Google Shape;1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10175"/>
            <a:ext cx="8839198" cy="112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Spotlight</a:t>
            </a:r>
            <a:endParaRPr/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12950"/>
            <a:ext cx="8839201" cy="11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Geometry </a:t>
            </a:r>
            <a:r>
              <a:rPr lang="en"/>
              <a:t>Warm Up</a:t>
            </a:r>
            <a:endParaRPr/>
          </a:p>
        </p:txBody>
      </p:sp>
      <p:pic>
        <p:nvPicPr>
          <p:cNvPr id="169" name="Google Shape;16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title="Screenshot 2025-09-25 at 6.24.0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8089" y="1276350"/>
            <a:ext cx="546735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Sequence</a:t>
            </a:r>
            <a:endParaRPr/>
          </a:p>
        </p:txBody>
      </p:sp>
      <p:pic>
        <p:nvPicPr>
          <p:cNvPr id="176" name="Google Shape;17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title="Screenshot 2025-09-25 at 6.07.4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500" y="1990725"/>
            <a:ext cx="5848350" cy="1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4317" y="0"/>
            <a:ext cx="391537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type="title"/>
          </p:nvPr>
        </p:nvSpPr>
        <p:spPr>
          <a:xfrm>
            <a:off x="0" y="0"/>
            <a:ext cx="5671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Poker!</a:t>
            </a:r>
            <a:endParaRPr/>
          </a:p>
        </p:txBody>
      </p:sp>
      <p:pic>
        <p:nvPicPr>
          <p:cNvPr descr="a young boy is holding a fan of money in his hands . (Provided by Tenor)"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90800"/>
            <a:ext cx="255270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young boy is holding a fan of money in his hands . (Provided by Tenor)" id="190" name="Google Shape;19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2700" y="2590800"/>
            <a:ext cx="2552700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