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a48c1a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ca48c1a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ca48c1a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ca48c1a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e0380f3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e0380f3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5b7400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5b7400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6 -1 -6 2 6 -3 -6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5ba667e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5ba667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5ba667e8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5ba667e8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5ba667e8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5ba667e8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5ba667e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5ba667e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5ba667e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5ba667e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10/23/25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title="Screenshot 2025-10-02 at 7.31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50" y="2105025"/>
            <a:ext cx="74961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How were your exams? 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title="Screenshot 2025-10-23 at 6.22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063" y="152400"/>
            <a:ext cx="222986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pic>
        <p:nvPicPr>
          <p:cNvPr id="161" name="Google Shape;161;p17" title="Screenshot 2025-10-23 at 5.03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825" y="1127875"/>
            <a:ext cx="566035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Sequence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7, 13, 12, 6, 8, 14, 11 ?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Trading Strategies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771275" y="1567550"/>
            <a:ext cx="3517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Pairs Trading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This strategy assumes that price changes in stocks in similar industries will tend to move together.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Holding all else equal, if Ford stock moves up, GM stock should move up as well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If Ford moves up and GM does not, it would be a good time to buy GM or short Ford.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675" y="995349"/>
            <a:ext cx="4853324" cy="270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Trading Strategies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771275" y="1567550"/>
            <a:ext cx="5972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RSI Index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RSI indicates if a stock is overbought or oversold.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It does this by keeping a moving average over a period of time of the average gain and average loss.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Values will be between 0 and 100, values over 70 indicate the stock is overbought and values under 30 indicate the stock is oversold.</a:t>
            </a:r>
            <a:endParaRPr sz="1600"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275" y="1038150"/>
            <a:ext cx="42957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Trading Strategies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771275" y="1567550"/>
            <a:ext cx="3455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MACD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Moving Average Convergence/Divergence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This indicator graphs the moving </a:t>
            </a:r>
            <a:r>
              <a:rPr lang="en" sz="1600"/>
              <a:t>average over two different time periods.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When the lines cross it shows changing strength/momentum and can indicate to buy or sell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800" y="1307850"/>
            <a:ext cx="4547576" cy="30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Trading Strategies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771275" y="1567550"/>
            <a:ext cx="3455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Bollinger Bands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Keep a moving average of the price of the stock.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upper and lower bands are one standard deviation away from the current stock price.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If the price breaks through this level it indicates that the price is either high or low compared to the stock’s true value.</a:t>
            </a:r>
            <a:endParaRPr sz="1600"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775" y="1460250"/>
            <a:ext cx="4612826" cy="2725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Trading Strategies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771275" y="1567550"/>
            <a:ext cx="3455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Swing Trading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Attempting to buy and sell within a short time period and take advantage of </a:t>
            </a:r>
            <a:r>
              <a:rPr lang="en" sz="1600"/>
              <a:t>natural</a:t>
            </a:r>
            <a:r>
              <a:rPr lang="en" sz="1600"/>
              <a:t> price fluctuations.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Subreddit r/swingtrading has 100k </a:t>
            </a:r>
            <a:r>
              <a:rPr lang="en" sz="1600"/>
              <a:t>people</a:t>
            </a:r>
            <a:r>
              <a:rPr lang="en" sz="1600"/>
              <a:t> talking about different ways to implement this</a:t>
            </a:r>
            <a:endParaRPr sz="1600"/>
          </a:p>
        </p:txBody>
      </p:sp>
      <p:pic>
        <p:nvPicPr>
          <p:cNvPr id="203" name="Google Shape;20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775" y="1460250"/>
            <a:ext cx="4612825" cy="259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