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8dafba25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28dafba25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52c8d6c02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652c8d6c02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6681c12f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6681c12f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6681c12f4c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6681c12f4c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52c8d6c0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52c8d6c0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88 - 8</a:t>
            </a:r>
            <a:br>
              <a:rPr lang="en"/>
            </a:br>
            <a:r>
              <a:rPr lang="en"/>
              <a:t>80 -10</a:t>
            </a:r>
            <a:br>
              <a:rPr lang="en"/>
            </a:br>
            <a:r>
              <a:rPr lang="en"/>
              <a:t>70-15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52c8d6c02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652c8d6c02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Zig zag</a:t>
            </a:r>
            <a:br>
              <a:rPr lang="en"/>
            </a:br>
            <a:r>
              <a:rPr lang="en"/>
              <a:t>1-&gt;2, 2-&gt;3, 3-&gt;4, 4-&gt;5, 5-&gt;6</a:t>
            </a:r>
            <a:br>
              <a:rPr lang="en"/>
            </a:br>
            <a:r>
              <a:rPr lang="en"/>
              <a:t>2-&gt;3, 3-&gt;4, …..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52c8d6c02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652c8d6c02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2x3</a:t>
            </a:r>
            <a:br>
              <a:rPr lang="en"/>
            </a:br>
            <a:r>
              <a:rPr lang="en"/>
              <a:t>6x1/2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3x1/6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6681c12f4c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6681c12f4c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be451b9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7be451b9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2x3</a:t>
            </a:r>
            <a:br>
              <a:rPr lang="en"/>
            </a:br>
            <a:r>
              <a:rPr lang="en"/>
              <a:t>6x1/2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3x1/6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52c8d6c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652c8d6c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28d745229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28d745229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7be451b93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7be451b93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52c8d6c02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652c8d6c02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9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 Week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9/4/25</a:t>
            </a:r>
            <a:endParaRPr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75" y="2571750"/>
            <a:ext cx="2208275" cy="22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82275" y="79760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https://www.youtube.com/watch?v=FoYC_8cutb0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0338" y="1035315"/>
            <a:ext cx="3543326" cy="307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Introductions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QT Prep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Semester Overview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Projects</a:t>
            </a:r>
            <a:endParaRPr sz="2400"/>
          </a:p>
        </p:txBody>
      </p:sp>
      <p:pic>
        <p:nvPicPr>
          <p:cNvPr id="152" name="Google Shape;15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Introductions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General Introduction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Name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Year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Major(s)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Where you’re from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Fun Fact</a:t>
            </a:r>
            <a:endParaRPr sz="1600"/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One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/>
              <a:t>88 8 80 10 70 15 ?</a:t>
            </a:r>
            <a:endParaRPr sz="2400"/>
          </a:p>
        </p:txBody>
      </p:sp>
      <p:pic>
        <p:nvPicPr>
          <p:cNvPr id="166" name="Google Shape;16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Two</a:t>
            </a:r>
            <a:endParaRPr/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/>
              <a:t>1/2</a:t>
            </a:r>
            <a:r>
              <a:rPr lang="en" sz="2400"/>
              <a:t> , 3/2, </a:t>
            </a:r>
            <a:r>
              <a:rPr lang="en" sz="2400"/>
              <a:t>3/4, 5/4, 5/6, ?</a:t>
            </a:r>
            <a:endParaRPr sz="2400"/>
          </a:p>
        </p:txBody>
      </p:sp>
      <p:pic>
        <p:nvPicPr>
          <p:cNvPr id="173" name="Google Shape;17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Three</a:t>
            </a:r>
            <a:endParaRPr/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/>
              <a:t>2, 3, 6, </a:t>
            </a:r>
            <a:r>
              <a:rPr lang="en" sz="2400"/>
              <a:t>1/2, 3, 1/6, ?</a:t>
            </a:r>
            <a:endParaRPr sz="2400"/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Semester Overview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Semester Overview</a:t>
            </a:r>
            <a:endParaRPr/>
          </a:p>
        </p:txBody>
      </p:sp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Education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Trading Strategies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Market Making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High Frequency Trading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Interview Prep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Options Theory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Events 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Insider Trading Game 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Jane Street Puzzle 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Game Theory Poker Class 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Market Making Game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Projects</a:t>
            </a:r>
            <a:endParaRPr sz="2400"/>
          </a:p>
        </p:txBody>
      </p:sp>
      <p:pic>
        <p:nvPicPr>
          <p:cNvPr id="192" name="Google Shape;19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Projects</a:t>
            </a:r>
            <a:endParaRPr/>
          </a:p>
        </p:txBody>
      </p:sp>
      <p:sp>
        <p:nvSpPr>
          <p:cNvPr id="203" name="Google Shape;203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 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Develop a trading algorithm using Reinforcement Learning. Last semester, I </a:t>
            </a:r>
            <a:r>
              <a:rPr lang="en"/>
              <a:t>built</a:t>
            </a:r>
            <a:r>
              <a:rPr lang="en"/>
              <a:t> an algo with another machine learning model: Random Forest!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Gamma Scalper 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Opportunity to learn  about Options and Algorithmic trading. Gamma Scalping will be discussed in a future lecture.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Kraken Live trading 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Integrate an elementary trading algorithm with Kraken’s API  to autonomously place live trades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Projects</a:t>
            </a:r>
            <a:endParaRPr/>
          </a:p>
        </p:txBody>
      </p:sp>
      <p:sp>
        <p:nvSpPr>
          <p:cNvPr id="209" name="Google Shape;209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 ML to predict pairs trading opportunities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Deep Learning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 LSTM or Transformer networks to detect nonlinear relationships in statistical arbitrage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