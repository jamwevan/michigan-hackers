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6681c12f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6681c12f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6681c12f4c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6681c12f4c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3e0380f32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3e0380f32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35b74002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35b74002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c505d5091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c505d5091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write the platform to make and conduct trading strategies.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guys will write and implement the strategies, test them on prior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Alternate for more software-oriented people you guys could also make the platform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do this in python/C++, if python use numPy and Yahoo Finance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matplotlib plot graphs, show that in pdf/md/html file through github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9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 Week 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12/4/25</a:t>
            </a:r>
            <a:endParaRPr/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75" y="2571750"/>
            <a:ext cx="2208275" cy="220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Icebreaker Question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Weekly Sequence (Hard)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Brain Teaser (Easy)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Project</a:t>
            </a:r>
            <a:endParaRPr sz="2400"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Ice Breaker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What final are you most scared of? </a:t>
            </a:r>
            <a:endParaRPr sz="2000"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</a:t>
            </a:r>
            <a:endParaRPr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A robot is placed on a field with a length of five and a width of five. Starting at the top-left square its goal is to reach the bottom-right corner in the shortest way possible. If the robot can only move right or down, how many </a:t>
            </a:r>
            <a:r>
              <a:rPr lang="en" sz="2000"/>
              <a:t>unique</a:t>
            </a:r>
            <a:r>
              <a:rPr lang="en" sz="2000"/>
              <a:t> shortest routes can it take? 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Sequence</a:t>
            </a:r>
            <a:endParaRPr/>
          </a:p>
        </p:txBody>
      </p:sp>
      <p:pic>
        <p:nvPicPr>
          <p:cNvPr id="161" name="Google Shape;16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2/4, 4/6, 6/18, 8/36, 4/54, 8/486, ?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title"/>
          </p:nvPr>
        </p:nvSpPr>
        <p:spPr>
          <a:xfrm>
            <a:off x="449275" y="2062150"/>
            <a:ext cx="56718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Discussion/Work Time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F15D24"/>
      </a:dk1>
      <a:lt1>
        <a:srgbClr val="FFFFFF"/>
      </a:lt1>
      <a:dk2>
        <a:srgbClr val="D9D9D9"/>
      </a:dk2>
      <a:lt2>
        <a:srgbClr val="3D3D3D"/>
      </a:lt2>
      <a:accent1>
        <a:srgbClr val="FFFFFF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