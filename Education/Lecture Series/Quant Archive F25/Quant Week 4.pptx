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068524e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8068524e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00d92aeb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00d92ae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16 8 48 4 80 2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/2 *6 /12 *20 /30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36 84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88 168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176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8068524e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8068524e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K Q O 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Xander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8068524e1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8068524e1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71d1aa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71d1aa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71d1aab4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71d1aab4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71d1aab4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71d1aab4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71d1aab4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71d1aab4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b71d1aab4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b71d1aab4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71d1aab4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71d1aab4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71d1aab4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71d1aab4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71d1aab4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71d1aab4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71d1aab4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71d1aab4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71d1aab40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71d1aab4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89fb80ea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89fb80e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89fb80ea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89fb80ea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89fb80ea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689fb80ea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title="Screenshot 2025-09-25 at 10.21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9462"/>
            <a:ext cx="8839203" cy="112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What’s your favorite muscle?</a:t>
            </a:r>
            <a:endParaRPr sz="16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</a:t>
            </a:r>
            <a:r>
              <a:rPr lang="en"/>
              <a:t> Sequence 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12, 28, 36, 84, 88, 168, ?</a:t>
            </a:r>
            <a:endParaRPr sz="1600"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Trader Math Black Test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title="Screenshot 2025-10-01 at 11.21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025" y="1866900"/>
            <a:ext cx="64579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Trader Math Black Test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title="Screenshot 2025-10-01 at 11.24.1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" y="2057400"/>
            <a:ext cx="83439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950350" y="1207350"/>
            <a:ext cx="66234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 to Jane Street Estimathon, or Optiver’s market making game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question will appear on screen, and one person will make a market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Everyone must then either buy or sell on that market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role of market maker will rotate such that everyone is the market maker once</a:t>
            </a:r>
            <a:endParaRPr sz="1600"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 The Population of Montenegro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2: Number of Dogs in America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23850" y="2053000"/>
            <a:ext cx="5349900" cy="16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The Sum of the Class Numbers that Selina and I are taking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4: The amount of people living in Ann Arbor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823850" y="2053000"/>
            <a:ext cx="55245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The area of Morocco (sq mi)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The percentage on James’ phone right now times 50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7: The FY23 Michigan Football Revenue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8: The number of unread messages on my Messages app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r>
              <a:rPr lang="en"/>
              <a:t>: The Volume of Lake Michigan in cubic miles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r>
              <a:rPr lang="en"/>
              <a:t>: The Number of Cars registered in NYC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11: The Number of Cars registered in NYC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