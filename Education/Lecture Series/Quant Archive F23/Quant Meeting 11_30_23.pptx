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0f0af9c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a0f0af9c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a0f0af9c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a0f0af9c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a0f0af9c7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a0f0af9c7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0f0af9c7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a0f0af9c7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a0f0af9c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a0f0af9c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637700" y="14137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Meeting 11/30/23</a:t>
            </a:r>
            <a:endParaRPr sz="7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and Feedback Form</a:t>
            </a:r>
            <a:endParaRPr/>
          </a:p>
        </p:txBody>
      </p:sp>
      <p:pic>
        <p:nvPicPr>
          <p:cNvPr id="140" name="Google Shape;14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8675" y="1307850"/>
            <a:ext cx="287655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1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probability of an accident on a street in one hour is </a:t>
            </a:r>
            <a:r>
              <a:rPr lang="en" sz="2000"/>
              <a:t>3/4</a:t>
            </a:r>
            <a:r>
              <a:rPr lang="en" sz="2000"/>
              <a:t> 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What is the probability of there being an accident after half an hour?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2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 a world where everyone wants a girl child, each family continues having babies till they have a girl. What do you think will the boy-to-girl ratio be eventually?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Assuming probability of having a boy or a girl is the same and there is no other gender at the time of birth.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3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Roll a die, and you get paid what the dice shows. But if you want, you can request a second chance &amp; roll the die again; get paid what the second roll shows instead of the first. What is the expected value?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4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Your school chess club wants to take a picture with a particular arrangement. They want the three highest rated players in the center and everyone else on the two sides to be in a sequential order (either side could be ascending or descending and they don't have to be the same).  Assuming everyone has a unique ranking, how many ways can we arrange the chess club members for the photo if there are  11 members?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