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995850c3c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995850c3c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995850c3c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995850c3c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995850c3c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995850c3c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995850c3c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995850c3c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995850c3c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995850c3c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995850c3c5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995850c3c5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995850c3c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995850c3c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995850c3c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995850c3c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995850c3c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995850c3c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995850c3c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995850c3c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995850c3c5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995850c3c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995850c3c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995850c3c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995850c3c5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995850c3c5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687950" y="20001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Options</a:t>
            </a:r>
            <a:endParaRPr sz="7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Brain teasers/coding</a:t>
            </a:r>
            <a:endParaRPr sz="3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spcBef>
                <a:spcPts val="120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Options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1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1989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There is a regular die and a special invisible die. You know that regular die has integers 1 to 6, but don't know what's on the invisible dice. After tossing, I speak the sum of outcome of both die. It so happens that the outcome is an integer between 1 to 12, with equal probability (1/12 each). Can you guess what are the numbers printed on special invisible dice?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2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In a dark room, there is a deck of 52 cards, with exactly 10 cards facing up, rest facing down. You need to split this into two decks with equal number of cards facing up!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163475" y="1650300"/>
            <a:ext cx="7038900" cy="1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Working Through a Coding Question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Options?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/>
              <a:t>An option is a contract giving the buyer the right—but not the obligation—to buy (call) or sell (put) the underlying asset at a specific price on or before a certain date.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Strike Price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This price is known as the option's strike price (or exercise price). For call options, the strike price is where the security can be bought by the option holder; for put options, the strike price is the price at which the security can be sold.</a:t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Options</a:t>
            </a: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100" y="1023953"/>
            <a:ext cx="6073825" cy="38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Money vs Out of the Money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/>
              <a:t>Calls with strikes that are higher than the market, or puts with strikes lower than the market, are instead out-of-the-money (OTM), and only have extrinsic value (also known as time value).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Options Needed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1196975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Options can be less risky for investors because they require less financial commitment than equities,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they can also be less risky due to their relative imperviousness to the potentially catastrophic effects of gap openings.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Options are the most dependable form of hedge, and this also makes them safer than stocks.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000"/>
              <a:t>I buy a call on Apple to buy 10 shares at 185 next week for $20. Apple currently at $182.36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you price this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Let’s say we roll a dice and you have a call at the EV of 3.5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What is a fair price for this option?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What about if we roll a dice 2 times and its sum with a call at 7.0</a:t>
            </a:r>
            <a:endParaRPr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Combined </a:t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98" y="1110875"/>
            <a:ext cx="4983451" cy="341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000" y="1055900"/>
            <a:ext cx="3418151" cy="34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1264000" y="2262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Combined Options</a:t>
            </a:r>
            <a:endParaRPr/>
          </a:p>
        </p:txBody>
      </p:sp>
      <p:pic>
        <p:nvPicPr>
          <p:cNvPr id="212" name="Google Shape;2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150" y="706300"/>
            <a:ext cx="4018325" cy="40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