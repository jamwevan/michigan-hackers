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913fb11ab7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913fb11ab7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913fb11ab7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913fb11ab7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93e4bf966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93e4bf966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93e4bf966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93e4bf966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93e4bf9666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93e4bf9666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93e4bf9666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93e4bf9666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Meeting 11/2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0" name="Google Shape;140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Attendance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Brain Teasers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Split into Project Groups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Begin project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Attendance Form</a:t>
            </a:r>
            <a:endParaRPr/>
          </a:p>
        </p:txBody>
      </p:sp>
      <p:pic>
        <p:nvPicPr>
          <p:cNvPr id="146" name="Google Shape;14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6300" y="1432850"/>
            <a:ext cx="2781300" cy="28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Teasers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200"/>
              <a:t>Show that a 2</a:t>
            </a:r>
            <a:r>
              <a:rPr baseline="30000" lang="en" sz="2200"/>
              <a:t>n</a:t>
            </a:r>
            <a:r>
              <a:rPr lang="en" sz="2200"/>
              <a:t>x2</a:t>
            </a:r>
            <a:r>
              <a:rPr baseline="30000" lang="en" sz="2200"/>
              <a:t>n</a:t>
            </a:r>
            <a:r>
              <a:rPr lang="en" sz="2200"/>
              <a:t> square with a single tile removed can be covered without overlaps by L-shaped figures, regardless of where the tile is removed.</a:t>
            </a:r>
            <a:endParaRPr sz="2200"/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1700" y="3134450"/>
            <a:ext cx="32385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200"/>
              <a:t>We color each point in the plane either red, green, or blue. Show that there exists a rectangle in [0,1] x [0,1] with all four vertices the same color.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307850"/>
            <a:ext cx="7038900" cy="31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You and a friend play a game in which you each pick a sequence of three coin flips (Ex: THT) and then flip a coin until one of the chosen patterns shows up.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Your friend chooses the sequence HHH first. What sequence can you choose to have a 7/8 probability of winning?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/>
              <a:t>What is an optimal choice if your friend chooses HTH first?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425200"/>
            <a:ext cx="7038900" cy="30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Consider three real numbers x,y,z. </a:t>
            </a:r>
            <a:r>
              <a:rPr lang="en" sz="1400"/>
              <a:t>You know the following two pieces of information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xy &lt; xz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y &gt;z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Which of the following must be true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lphaUcPeriod"/>
            </a:pPr>
            <a:r>
              <a:rPr lang="en" sz="1400"/>
              <a:t>xyz &gt; 0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" sz="1400"/>
              <a:t>xyz = 0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" sz="1400"/>
              <a:t>xyz &lt; 0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" sz="1400"/>
              <a:t>More than one of the above statements could be true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" sz="1400"/>
              <a:t>There is not enough information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