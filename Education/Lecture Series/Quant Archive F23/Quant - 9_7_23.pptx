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verag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7fc46d6728356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7fc46d6728356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7fc46d6728356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7fc46d6728356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22e258ab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22e258ab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7fc46d6728356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7fc46d6728356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bc6caf613d6549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bc6caf613d6549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8b9bb5330bf7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8b9bb5330bf7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b9bb5330bf7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8b9bb5330bf7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85b0ba07840136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85b0ba07840136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ec893b5dde801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ec893b5dde801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2ec9fb21447b3a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2ec9fb21447b3a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investopedia.com/terms/m/marketmaker.asp" TargetMode="External"/><Relationship Id="rId4" Type="http://schemas.openxmlformats.org/officeDocument/2006/relationships/hyperlink" Target="https://www.investopedia.com/terms/p/proprietarytrading.as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Quant Week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Today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Introductions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What is Quant?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Plans for the Semester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Onboarding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Roles in Quant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General Introduction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Name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Year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Major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Where you are from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 Fact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448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We have two ropes that each fully burn after 1 hour. However, they do not burn evenly. How can I use these two ropes to make a 45 minute timer?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For example: After 10 minutes you could have half the rope left or a quarter of the rope left we do not really know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6450" y="3378750"/>
            <a:ext cx="1764750" cy="17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44606" l="0" r="0" t="46774"/>
          <a:stretch/>
        </p:blipFill>
        <p:spPr>
          <a:xfrm rot="-5400000">
            <a:off x="4462225" y="2504735"/>
            <a:ext cx="4220376" cy="1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44606" l="0" r="0" t="46774"/>
          <a:stretch/>
        </p:blipFill>
        <p:spPr>
          <a:xfrm rot="-5400000">
            <a:off x="5402050" y="2391685"/>
            <a:ext cx="4220376" cy="1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Quant?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In Hackers, quant represents using a model represented through software engineering in order to provide a data driven approach to a particular problem or environment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Financial Markets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Different asset types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Lots of different data sets you can use and analyze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Massive implications (enough to create a whole industry)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Speed, efficiency, and automation through software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Overview - Education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36566" y="116633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First half of the semester will focus on education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Financial background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High Frequency Trading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Education Series Schedule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What is Trading and HFT?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Backtesting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Trading Strategies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Project Ideas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Making Simulator 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Mean Reversion (Beginner)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Implement a Trading Strategy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Matching Engine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275" y="1220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https://www.investopedia.com/terms/m/marketmaker.asp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Goldman Sachs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Jane Street Capital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SIG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Prop Trading Firms / HFTs: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https://www.investopedia.com/terms/p/proprietarytrading.asp</a:t>
            </a: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	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Citadel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Optiver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IMC Trading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DRW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Virtu Financial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Chicago Trading Company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Wolverine Trading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Software Engineering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Typically more similar to big tech at certain firms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Managing infrastructure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Dealing with scalability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Trading systems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Low latency programming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Quantitative Research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More of a mix between SWE style development and being a trader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Algorithmic Developers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Trade analysis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Risk controls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Statistical inferences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Data analytics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Typically requires a PhD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Quantitative Trader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More  involved mathematics background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Manual trading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Teams divided by asset class type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Post trade analysis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Thorough trainings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Essentially acts as a manager to the automatic trading systems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Changing Parameters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Manipulating features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